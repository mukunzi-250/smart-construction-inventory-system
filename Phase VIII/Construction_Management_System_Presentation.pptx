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" Type="http://schemas.openxmlformats.org/officeDocument/2006/relationships/printerSettings" Target="printerSettings/printerSettings1.bin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Smart Construction Material Inventory &amp; Sales Management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By: MUKUNZI Eduine (ID: 29275)</a:t>
            </a:r>
          </a:p>
          <a:p>
            <a:r>
              <a:t>Course: Database Development with PL/SQL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PL/SQL-powered system to automate inventory, sales, and supplier management</a:t>
            </a:r>
          </a:p>
          <a:p>
            <a:r>
              <a:t>Used by construction material businesses to reduce stockouts and improve accuracy.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Problems in Construction Business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Stock-outs during peak periods</a:t>
            </a:r>
          </a:p>
          <a:p>
            <a:r>
              <a:t>• Overstocking expensive materials</a:t>
            </a:r>
          </a:p>
          <a:p>
            <a:r>
              <a:t>• Manual billing and calculation errors</a:t>
            </a:r>
          </a:p>
          <a:p>
            <a:r>
              <a:t>• No supplier performance tracking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Real-time stock monitoring</a:t>
            </a:r>
          </a:p>
          <a:p>
            <a:r>
              <a:t>• Automated sales processing</a:t>
            </a:r>
          </a:p>
          <a:p>
            <a:r>
              <a:t>• Supplier performance tracking</a:t>
            </a:r>
          </a:p>
          <a:p>
            <a:r>
              <a:t>• Smart alerts for low stock</a:t>
            </a:r>
          </a:p>
          <a:p>
            <a:r>
              <a:t>• Accurate financial reporting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Target Users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Construction Business Owners</a:t>
            </a:r>
          </a:p>
          <a:p>
            <a:r>
              <a:t>• Store Managers &amp; Attendants</a:t>
            </a:r>
          </a:p>
          <a:p>
            <a:r>
              <a:t>• Suppliers</a:t>
            </a:r>
          </a:p>
          <a:p>
            <a:r>
              <a:t>• Accountants</a:t>
            </a:r>
          </a:p>
          <a:p>
            <a:r>
              <a:t>• Customers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I – 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Challenges in current construction material management:</a:t>
            </a:r>
          </a:p>
          <a:p>
            <a:r>
              <a:t>• Stockouts</a:t>
            </a:r>
          </a:p>
          <a:p>
            <a:r>
              <a:t>• Overstocking</a:t>
            </a:r>
          </a:p>
          <a:p>
            <a:r>
              <a:t>• Manual errors</a:t>
            </a:r>
          </a:p>
          <a:p>
            <a:r>
              <a:t>• No structured system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II – Business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Supplier Delivery → Verification → Stock Update</a:t>
            </a:r>
          </a:p>
          <a:p>
            <a:r>
              <a:t>2. Customer Purchase → Availability Check → Sale &amp; Invoice</a:t>
            </a:r>
          </a:p>
          <a:p>
            <a:r>
              <a:t>3. Stock Control → Reorder Levels</a:t>
            </a:r>
          </a:p>
          <a:p>
            <a:r>
              <a:t>4. Financial Tracking → Daily revenue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III – Database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8 Core Tables:</a:t>
            </a:r>
          </a:p>
          <a:p>
            <a:r>
              <a:t>Materials, Suppliers, Customers, Sales,</a:t>
            </a:r>
          </a:p>
          <a:p>
            <a:r>
              <a:t>Deliveries, Holidays, Audit Logs, Stock Alerts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Table Example – Materials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material_id, material_name, category,</a:t>
            </a:r>
          </a:p>
          <a:p>
            <a:r>
              <a:t>unit_price, quantity_in_stock,</a:t>
            </a:r>
          </a:p>
          <a:p>
            <a:r>
              <a:t>reorder_level, supplier_id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Normalization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1NF – No repeating groups</a:t>
            </a:r>
          </a:p>
          <a:p>
            <a:r>
              <a:t>• 2NF – Full functional dependencies</a:t>
            </a:r>
          </a:p>
          <a:p>
            <a:r>
              <a:t>• 3NF – No transitive dependencies</a:t>
            </a:r>
          </a:p>
          <a:p>
            <a:r>
              <a:t>• Ensures clean and efficient design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IV – Database Creation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Database Name: C_29275_Eduine_ConstructionInventory_DB</a:t>
            </a:r>
          </a:p>
          <a:p>
            <a:r>
              <a:t>Platform: Oracle Live SQL (23ai)</a:t>
            </a:r>
          </a:p>
          <a:p>
            <a:r>
              <a:t>Status: All tables created successfully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V –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Created all tables</a:t>
            </a:r>
          </a:p>
          <a:p>
            <a:r>
              <a:t>• Inserted sample data</a:t>
            </a:r>
          </a:p>
          <a:p>
            <a:r>
              <a:t>• Verified constraints and relationships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Sample Data Inserted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5 Suppliers</a:t>
            </a:r>
          </a:p>
          <a:p>
            <a:r>
              <a:t>• 8 Materials</a:t>
            </a:r>
          </a:p>
          <a:p>
            <a:r>
              <a:t>• 5 Customers</a:t>
            </a:r>
          </a:p>
          <a:p>
            <a:r>
              <a:t>• 6 Sales</a:t>
            </a:r>
          </a:p>
          <a:p>
            <a:r>
              <a:t>• 5 Deliveries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VI – PL/SQL 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DML (Insert, Update, Delete)</a:t>
            </a:r>
          </a:p>
          <a:p>
            <a:r>
              <a:t>• DDL (Create/Alter Tables)</a:t>
            </a:r>
          </a:p>
          <a:p>
            <a:r>
              <a:t>• Window functions</a:t>
            </a:r>
          </a:p>
          <a:p>
            <a:r>
              <a:t>• Procedures</a:t>
            </a:r>
          </a:p>
          <a:p>
            <a:r>
              <a:t>• Cursors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Procedure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Procedure get_customer_info retrieves customer name and phone</a:t>
            </a:r>
          </a:p>
          <a:p>
            <a:r>
              <a:t>and handles exceptions properly.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Cursor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Cursor used to retrieve all purchases made by a customer</a:t>
            </a:r>
          </a:p>
          <a:p>
            <a:r>
              <a:t>Efficient for multi-row processing.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Advanced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Stock alerts</a:t>
            </a:r>
          </a:p>
          <a:p>
            <a:r>
              <a:t>• Audit logs</a:t>
            </a:r>
          </a:p>
          <a:p>
            <a:r>
              <a:t>• Payment tracking</a:t>
            </a:r>
          </a:p>
          <a:p>
            <a:r>
              <a:t>• Running totals using analytics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system automates construction material management,</a:t>
            </a:r>
          </a:p>
          <a:p>
            <a:r>
              <a:t>reduces stockouts, improves revenue accuracy,</a:t>
            </a:r>
          </a:p>
          <a:p>
            <a:r>
              <a:t>and provides real-time business intelligence.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